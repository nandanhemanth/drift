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STUDY OF FORGETTING POLICIES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 AGENT MEMORY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DRIFT: Decay Rates in Forgetful Bitemporal Memory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Nandan Hemanth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Hao Wang    ·    Reader: Dr. Joseph Helsing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2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Science — Applied Artificial Intelligence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2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 Institute of Technology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that never forgets keeps answering with facts that are no longer true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live in Boston.”</a:t>
            </a:r>
            <a:endParaRPr lang="en-US" sz="16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moved to Seattle.”</a:t>
            </a:r>
            <a:endParaRPr lang="en-US" sz="16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47, three months later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965960"/>
            <a:ext cx="5056632" cy="1920240"/>
          </a:xfrm>
          <a:prstGeom prst="roundRect">
            <a:avLst>
              <a:gd name="adj" fmla="val 3810"/>
            </a:avLst>
          </a:prstGeom>
          <a:solidFill>
            <a:srgbClr val="FBEFE9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21945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I live?”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facts are retrieved — similar, both recent enough.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B8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“Boston.”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retrieval failure — the correct fact was found and stored. It is a failure of memory hygiene: nothing in the system ever marked the old fact as no longer current, and nothing removed it.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compounds with time. An agent running for a year accumulates thousands of facts — an increasing fraction superseded.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HASN'T BEEN SETTLED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memory systems address storage and retrieval — not forgetting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MemGPT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02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context in and out like an OS — treats the window as physical memory.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0824" y="196596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573704" y="21488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73704" y="2560320"/>
            <a:ext cx="2202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 for agent memory — records validity, doesn't compare policies for acting on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96596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415888" y="21488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5888" y="2560320"/>
            <a:ext cx="2202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long-term store, aimed at production deployment cost and latency.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5191" y="1965960"/>
            <a:ext cx="2567864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9258071" y="21488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A-MEM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58071" y="2560320"/>
            <a:ext cx="2202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agentically decides memory structure and linking.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one of these, the treatment of superseded information is secondary — and where a forgetting mechanism exists, it was chosen by the system's authors, not measured against alternatives.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406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confound: </a:t>
            </a:r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published systems and a difference could come from the substrate, retrieval, extraction, prompt, or model — not the forgetting rule. What's missing is a </a:t>
            </a:r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RESEARCH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isolated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H:  </a:t>
            </a:r>
            <a:pPr algn="l"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 forgetting grounded in bitemporal structure improves an agent's answer quality and cost profile relative to append-only memory and to structure-blind or novelty-based forgetting.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63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306324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append-only memory measurably surface superseded facts?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84048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forgetting policy offers the best accuracy / staleness / cost trade-off?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177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61772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bitemporal structure specifically win, or would any graph-aware consolidation do?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3949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539496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policy rankings survive multi-agent use, where the reader isn't the writer?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data structure — a new experimental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modeling is decades old in database research, and Zep already applies a version of it to agent memory. The novelty is in what a controlled design makes visible.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0048" cy="932688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37744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policy as the isolated variable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07008" y="2688336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study holding substrate, extraction, retrieval, answer model, and judge fixed — varying only the forgetting rule across seven conditions.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1568" y="2286000"/>
            <a:ext cx="5410048" cy="932688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306160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9936" y="237744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bitemporal-vs-structure-blind ablation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99936" y="2688336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is exactly as structure-aware as P2, minus valid time. This isolates bitemporal semantics from graph structure in general.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10048" cy="932688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93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3474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gating named as a measured failure mode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7008" y="3785616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controlled demonstration that write-side novelty gating trades a bounded saving for an unbounded correctness liability.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1568" y="3383280"/>
            <a:ext cx="5410048" cy="932688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06160" y="3493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99936" y="3474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result about the standard benchmarks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99936" y="3785616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 and LongMemEval carry zero superseded-answer annotations — they cannot support this measurement at all.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one substrate, one variable</a:t>
            </a:r>
            <a:endParaRPr lang="en-US" sz="3000" dirty="0"/>
          </a:p>
        </p:txBody>
      </p:sp>
      <p:pic>
        <p:nvPicPr>
          <p:cNvPr id="4" name="Image 0" descr="/sessions/tender-loving-lovelace/mnt/DRIFT/paper/thesis/figures/architecture.png">    </p:cNvPr>
          <p:cNvPicPr>
            <a:picLocks noChangeAspect="1"/>
          </p:cNvPicPr>
          <p:nvPr/>
        </p:nvPicPr>
        <p:blipFill>
          <a:blip r:embed="rId1"/>
          <a:srcRect l="-66092" r="-66092" t="0" b="0"/>
          <a:stretch/>
        </p:blipFill>
        <p:spPr>
          <a:xfrm>
            <a:off x="1463040" y="1645920"/>
            <a:ext cx="923544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  →  policy.on_write()  →  bitemporal graph  →  policy.after_session()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hybrid retrieval  →  policy.on_retrieve()  →  answer  →  judge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policy is exactly three hooks over a bitemporal fact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carries two timelines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t_valid_start   </a:t>
            </a:r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fact became true of the world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694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t_invalid_at   </a:t>
            </a:r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stopped being true — null while current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t_ingested   </a:t>
            </a:r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learned 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t_pruned   </a:t>
            </a:r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policy removed it — null while retained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831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  </a:t>
            </a:r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wrote 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on functional predicates close the old window — non-destructively. The fact stays; only a policy removes or hides data. This is what guarantees any measured difference comes from the policy.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41B4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Policy: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 on_write(fact, graph) -&gt; bool: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8620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rejects the write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 after_session(graph, provider, now):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37307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periodic maintenance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 on_retrieve(facts, now) -&gt; list: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599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or rerank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policy = one subclass + one registry line.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runner, substrate, providers, and analysis code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 to change.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policies, one substrate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4206240"/>
        </p:xfrm>
        <a:graphic>
          <a:graphicData uri="http://schemas.openxmlformats.org/drawingml/2006/table">
            <a:tbl>
              <a:tblPr/>
              <a:tblGrid>
                <a:gridCol w="1188720"/>
                <a:gridCol w="7680960"/>
                <a:gridCol w="265176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returns nothing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baseline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Append-only; nothing gated, pruned, or filtered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baseline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decay — prune facts older than ttl_days by valid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superseded facts at retrieval; prune after 7-day grace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bitemporal (recommended)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writes whose neighborhood cosine exceeds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3rd session an LLM decides keep/drop, plus dedup merge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Zhang et al.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conflicts by corroboration count — denied valid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partner to P2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 negative result, and the two that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requires knowing the wrong (superseded) answer for each question. Auditing the field's standard benchmarks: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858000" cy="246888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2011680"/>
                <a:gridCol w="8229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stale_answer 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8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percent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8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percent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FactConsolidation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percent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MQuAKE-T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percent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48840"/>
            <a:ext cx="4023360" cy="2468880"/>
          </a:xfrm>
          <a:prstGeom prst="roundRect">
            <a:avLst>
              <a:gd name="adj" fmla="val 2222"/>
            </a:avLst>
          </a:prstGeom>
          <a:solidFill>
            <a:srgbClr val="FBEFE9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3317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first campaign, staleness read 0.000 across all 42 cells. Briefly looked like a finding — it wasn't: the metric structurally couldn't fire on that data.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541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FactConsolidation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facts overwrite earlier ones on the same subject+predicate. Gold answers are counterfactual — parametric knowledge is actively unhelpful.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33008" y="4846320"/>
            <a:ext cx="541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MQuAKE-T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Wikidata snapshots, April 2021 vs. April 2023. Updates are real, not injected — the generalization test.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Models, providers, and what was actually configurable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trains nothing. It evaluates already-trained models as pipeline components.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2194560"/>
        </p:xfrm>
        <a:graphic>
          <a:graphicData uri="http://schemas.openxmlformats.org/drawingml/2006/table">
            <a:tbl>
              <a:tblPr/>
              <a:tblGrid>
                <a:gridCol w="1645920"/>
                <a:gridCol w="99943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GLM-5.2, MiniMax-M3 (OpenRouter)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GLM-5.2, MiniMax-M3, gpt-oss-120b, Llama-3.3-70B, Llama-3.1-8B, Mistral 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gpt-oss:20b, gpt-oss-20b, Command-R7B — different family than the answer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nomic-embed-text, 768-dim, local via Ollama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 fixed across every cell: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weighting (0.6 cosine + 0.3 lexical + 0.1 recency), k = 25 — never varied as a condition.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a new deployment must configure: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functional_predicates — which relations in a domain are single-valued. Quantified precisely in the ablation (slide 17).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 — MQuAKE-T, pooled across both answer models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Tok/q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(TTL 20d)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28800"/>
            <a:ext cx="3931920" cy="118872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9385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092440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minus P0 accuracy, MQuAKE-T — statistically equivalent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3200400"/>
            <a:ext cx="3931920" cy="118872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310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–12%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92440" y="3931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question, P2 vs. P0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63840" y="4572000"/>
            <a:ext cx="3931920" cy="118872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46817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6.5–15%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092440" y="5303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facts stored, P2 vs. P0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and staleness by policy</a:t>
            </a:r>
            <a:endParaRPr lang="en-US" sz="3000" dirty="0"/>
          </a:p>
        </p:txBody>
      </p:sp>
      <p:pic>
        <p:nvPicPr>
          <p:cNvPr id="4" name="Image 0" descr="/sessions/tender-loving-lovelace/mnt/DRIFT/paper/thesis/figures/accuracy_staleness_mquake_t.png">    </p:cNvPr>
          <p:cNvPicPr>
            <a:picLocks noChangeAspect="1"/>
          </p:cNvPicPr>
          <p:nvPr/>
        </p:nvPicPr>
        <p:blipFill>
          <a:blip r:embed="rId1"/>
          <a:srcRect l="-45000" r="-45000" t="0" b="0"/>
          <a:stretch/>
        </p:blipFill>
        <p:spPr>
          <a:xfrm>
            <a:off x="1737360" y="1691640"/>
            <a:ext cx="86868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&amp; RQ2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 memory surfaces stale facts — and bitemporal invalidation is free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RQ1.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staleness excludes zero on both benchmarks — 4.2 to 4.8 stale facts surface per retrieval, out of k=25.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matches P0's accuracy exactly (paired Δ = +0.000, 95% CI [−0.021, +0.021]) while spending 12% fewer tokens and storing 6.5–15% fewer facts.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521208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equivalence claim, not a null result.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paired-bootstrap interval bounds the true gap — it doesn't just fail to reject zero. That's what licenses “forgetting is free.”</a:t>
            </a:r>
            <a:endParaRPr lang="en-US" sz="1500" dirty="0"/>
          </a:p>
        </p:txBody>
      </p:sp>
      <p:pic>
        <p:nvPicPr>
          <p:cNvPr id="8" name="Image 0" descr="/sessions/tender-loving-lovelace/mnt/DRIFT/paper/thesis/figures/tradeoff_scatter_mquake_t.png">    </p:cNvPr>
          <p:cNvPicPr>
            <a:picLocks noChangeAspect="1"/>
          </p:cNvPicPr>
          <p:nvPr/>
        </p:nvPicPr>
        <p:blipFill>
          <a:blip r:embed="rId1"/>
          <a:srcRect l="-9000" r="-9000" t="0" b="0"/>
          <a:stretch/>
        </p:blipFill>
        <p:spPr>
          <a:xfrm>
            <a:off x="6263640" y="1691640"/>
            <a:ext cx="5394960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THE STRONGEST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Bitemporal semantics beat structure alone: P2 vs. P5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and P5 share everything — substrate, retrieval, extraction, answer model, judge. Both consolidate. P5 alone is denied valid time and must infer currency from corroboration count.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212080" cy="123444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82880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4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 (5.9×)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0690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mechanism.  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 of state who served 8 years accumulates more corroborating mentions than a successor who took office last month. Corroboration count is systematically biased toward the past — exactly where currency matters.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Korea, head of state:  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→ “Moon Jae-in” (wrong)     P2 → “Yoon Suk-yeol” (correct)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2377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corroboration measures how established a fact is — not whether it is current.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126480" y="33375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FactConsolidation (arbitrary entities, uniform corroboration) the same comparison is p=0.022 — real, but noisy. On MQuAKE-T (real office-holders) corroboration is systematically biased, and the mechanism becomes visible.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470916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+16.7 points accuracy, −17.7 points staleness — P2 over P5, both p &lt; 0.001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CONTINUED — THE TRANSFERABLE CLAIM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gating: a bounded saving for an unbounded liability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correction is, by construction, a near-duplicate of the fact it corrects: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"Thomas Kyd was born in the city of London"     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"Thomas Kyd was born in the city of Leeds"      </a:t>
            </a:r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rejected: cosine similarity too high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never enters memory. No downstream retrieval, reranking, or prompting can recover a value that was never stored.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515258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1148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P3's staleness vs. P2, FactConsolidation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3977640"/>
            <a:ext cx="3515258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66818" y="41148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66818" y="46177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P3's staleness vs. P2, MQuAKE-T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7797" y="3977640"/>
            <a:ext cx="3515258" cy="123444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397" y="41148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56397" y="46177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MQuAKE-T, answered wrong from a value P0 got right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beyond this implementation: it follows from the definition of a novelty gate and the textual form of a correction, not from any specific design choice made here.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ACROSS 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ranking mostly holds — and where it moves is informative</a:t>
            </a:r>
            <a:endParaRPr lang="en-US" sz="3000" dirty="0"/>
          </a:p>
        </p:txBody>
      </p:sp>
      <p:pic>
        <p:nvPicPr>
          <p:cNvPr id="4" name="Image 0" descr="/sessions/tender-loving-lovelace/mnt/DRIFT/paper/thesis/figures/model_comparison_mquake_t.png">    </p:cNvPr>
          <p:cNvPicPr>
            <a:picLocks noChangeAspect="1"/>
          </p:cNvPicPr>
          <p:nvPr/>
        </p:nvPicPr>
        <p:blipFill>
          <a:blip r:embed="rId1"/>
          <a:srcRect l="-12766" r="-12766" t="0" b="0"/>
          <a:stretch/>
        </p:blipFill>
        <p:spPr>
          <a:xfrm>
            <a:off x="6309360" y="1737360"/>
            <a:ext cx="53949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Spearman's ρ = 0.891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all seven policies, both benchmarks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and bottom of the ranking are completely stable (P0/P2 lead, P3/NOMEM trail). P1 (TTL decay) moves two places — rank 6 on FactConsolidation, rank 4 on MQuAKE-T.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033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P1 moves.  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MQuAKE-T: 100% of questions concern a fact that changed — pruning by age is nearly always safe. FactConsolidation: only 65% are updates — TTL destroys stable, still-answerable facts too.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P1's rank is a property of the workload's update ratio — not an intrinsic property of TTL as a policy.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METHODOLOGICAL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the study's own confounds before reporting them as effects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4297680"/>
          </a:xfrm>
          <a:prstGeom prst="roundRect">
            <a:avLst>
              <a:gd name="adj" fmla="val 127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ablation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614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 MQuAKE-T with functional_predicates left undeclared — invalidations dropped 59 → 1, the mechanism essentially off.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C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accuracy: unchanged (0.969 either way).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Tokens/q: +14.4% worse undeclared.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facts: +7.0% worse undeclared.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setting buys P2 none of its accuracy and all of its efficiency — safe to enable untuned, only pays for itself if configured.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3008" y="1691640"/>
            <a:ext cx="5410048" cy="4297680"/>
          </a:xfrm>
          <a:prstGeom prst="roundRect">
            <a:avLst>
              <a:gd name="adj" fmla="val 127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507328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Judge-reliability audit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07328" y="2331720"/>
            <a:ext cx="48614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cell's 96/96 answers were byte-identical to the main run — yet scored 0.844 vs. 0.969. 12 verdicts flipped, all one direction, on verbatim-correct answers.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 rotating 3-provider judge pool. One provider drew that cell.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12.5-point artifact identified and corrected before it was reported as a policy effect. Gaps under ~3 points are inside judge noise.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MULTI-AGENT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real-data pilot found a genuine boundary condition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harness validation (14q, mock provider, all 3 topologies x 7 policies): P2 leads every topology, staleness 0.000 throughout — this validates the harness, not the real-data claim.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035040" cy="2084832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(TTL 20d)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pilot: shared topology, MQuAKE-T, 96 real questions, 5 heterogeneous extraction models (GLM-5.2, MiniMax-M3, Gemini-3.1-Flash-Lite, Nemotron-3-Ultra, Hunyuan).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0" y="1645920"/>
            <a:ext cx="5330952" cy="4434840"/>
          </a:xfrm>
          <a:prstGeom prst="roundRect">
            <a:avLst>
              <a:gd name="adj" fmla="val 123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0" y="1828800"/>
            <a:ext cx="47823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finding: P2 records zero invalidations. 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P0's untouched 140 facts. Directly visible in the graph: the same relation gets extracted under different surface forms depending on which model wrote it 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head_of_government (28)  vs.  is_head_of_government_of (9)  vs.  head_of_government_of (7)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matches on exact predicate string — a correction under a different surface form never triggers a match, so the window never closes. Only P1 (TTL), which needs no string agreement, keeps working (0.135 vs. 0.271).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21 cells (both other topologies, plus P4/P5) were not run — a deliberate stop given the defense timeline, not an accident.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agent tracks facts that get corrected over time 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bitemporal contradiction invalidation. Declare your domain's functional predicates. Do not use a write-time novelty gate.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97764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at the margin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equivalent accuracy to never forgetting, at 12% lower cost.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379476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/>
          <p:nvPr/>
        </p:nvSpPr>
        <p:spPr>
          <a:xfrm>
            <a:off x="4566818" y="397764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safe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66818" y="44805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misconfigured P2 degrades to append-only — never below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379476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41B47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7" y="397764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what to configure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56397" y="44805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inspectable list of predicates — not a hyperparameter search.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recommendation: memory hygiene is a correctness problem (18-point accuracy gap), not primarily a cost problem (~12% cost gap) — and a bitemporal record is exactly the structure right-to-be-forgotten and audit requirements need.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directly — in order of severity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292608" cy="292608"/>
          </a:xfrm>
          <a:prstGeom prst="ellipse">
            <a:avLst/>
          </a:prstGeom>
          <a:solidFill>
            <a:srgbClr val="B84A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real-data benchmarks are fact corpora, not natural conversation — extraction is never noisy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292608" cy="292608"/>
          </a:xfrm>
          <a:prstGeom prst="ellipse">
            <a:avLst/>
          </a:prstGeom>
          <a:solidFill>
            <a:srgbClr val="B84A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MQuAKE-T's relations are narrow: mostly head-of-government / head-of-state edits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292608" cy="292608"/>
          </a:xfrm>
          <a:prstGeom prst="ellipse">
            <a:avLst/>
          </a:prstGeom>
          <a:solidFill>
            <a:srgbClr val="C7CED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≈ 100 questions per benchmark — bounds detectable effect size to ±2.5 points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292608" cy="292608"/>
          </a:xfrm>
          <a:prstGeom prst="ellipse">
            <a:avLst/>
          </a:prstGeom>
          <a:solidFill>
            <a:srgbClr val="C7CE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noise: 1–2% baseline, one 15% outlier cell — gaps under ~3 points aren't interpretable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292608" cy="292608"/>
          </a:xfrm>
          <a:prstGeom prst="ellipse">
            <a:avLst/>
          </a:prstGeom>
          <a:solidFill>
            <a:srgbClr val="C7CED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real-data pilot covers 1 of 3 topologies, 5 of 7 policies (see slide 18)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553712"/>
            <a:ext cx="292608" cy="292608"/>
          </a:xfrm>
          <a:prstGeom prst="ellipse">
            <a:avLst/>
          </a:prstGeom>
          <a:solidFill>
            <a:srgbClr val="C7CE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functional_predicates is a per-domain configuration burden, chosen by looking at the data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292608" cy="292608"/>
          </a:xfrm>
          <a:prstGeom prst="ellipse">
            <a:avLst/>
          </a:prstGeom>
          <a:solidFill>
            <a:srgbClr val="C7CED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50749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mid-size answer models, one provider — neither is a frontier model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claims, replicated across two benchmarks of different provenance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memory measurably surfaces superseded facts — 4.2 to 4.8 stale facts per retrieval.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7889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contradiction invalidation is free — bounded within ±2.5 points of the ceiling, at 12% lower cost.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7033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is attributable to bitemporal semantics specifically, not graph structure in general (+16.7 pts, p&lt;0.001).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6177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Novelty-gated writing causes unrecoverable staleness — a transferable claim, not an implementation quirk.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forgetting policy without measuring it on the target workload is not a safe default — and the cost of measuring it is now an afternoon.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 —  Nandan Hemanth  —  Stevens Institute of Technology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6888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974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Decay Rates in Forgetful Bitemporal Memory  ·  Nandan Hemanth  ·  Stevens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DRIFT: Decay Rates in Forgetful Bitemporal Memory</dc:title>
  <dc:subject>PptxGenJS Presentation</dc:subject>
  <dc:creator>Nandan Hemanth</dc:creator>
  <cp:lastModifiedBy>Nandan Hemanth</cp:lastModifiedBy>
  <cp:revision>1</cp:revision>
  <dcterms:created xsi:type="dcterms:W3CDTF">2026-08-21T01:53:59Z</dcterms:created>
  <dcterms:modified xsi:type="dcterms:W3CDTF">2026-08-21T01:53:59Z</dcterms:modified>
</cp:coreProperties>
</file>